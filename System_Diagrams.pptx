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 Attendance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System Architecture &amp; Workflows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System Architecture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54507" y="1371600"/>
            <a:ext cx="13900709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Hardware Logic (ESP32)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0480" y="1371600"/>
            <a:ext cx="2690734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Student Check-in Logic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798" y="1371600"/>
            <a:ext cx="1950098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